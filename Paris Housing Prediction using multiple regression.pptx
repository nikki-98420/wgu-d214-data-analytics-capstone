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3FEA57E-7C1A-457B-A4CD-5DCEB057B502}" type="datetime1">
              <a:rPr lang="en-US" smtClean="0"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647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1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48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72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7/24/2023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6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7/24/2023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23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7/24/2023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80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1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5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814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32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2941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6983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7/24/2023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4279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7/24/2023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36736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1789749-A4CD-447F-8298-2B7988C91CEA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47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A0444D3-C0BA-4587-A56C-581AB9F841BE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6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3FE42E8-8B57-452D-A122-4DCE9AC771EF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0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advice/1/what-advantages-disadvantages-using-6c" TargetMode="External"/><Relationship Id="rId2" Type="http://schemas.openxmlformats.org/officeDocument/2006/relationships/hyperlink" Target="https://www.techladder.in/article/limitations-linear-regress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sixsigma.com/dictionary/multiple-regression/#:~:text=Multiple%20regression%20offers%20several%20benefits%20in%20statistical%20analysis%2C,and%20forecasting%20...%203%203.%20Testing%20of%20hypotheses" TargetMode="External"/><Relationship Id="rId4" Type="http://schemas.openxmlformats.org/officeDocument/2006/relationships/hyperlink" Target="https://www.isixsigma.com/author/darth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5686-2DE5-98BC-F7AD-7A74A5585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432" y="1553282"/>
            <a:ext cx="8714792" cy="2108983"/>
          </a:xfrm>
        </p:spPr>
        <p:txBody>
          <a:bodyPr>
            <a:normAutofit/>
          </a:bodyPr>
          <a:lstStyle/>
          <a:p>
            <a:r>
              <a:rPr lang="en-US" sz="32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Paris Housing Prediction using multiple regression</a:t>
            </a:r>
            <a:b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19421-AF31-F4E5-A6C9-044B33473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9408" y="3760237"/>
            <a:ext cx="5682486" cy="1978090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en-US" sz="72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Nikki Shrestha</a:t>
            </a:r>
          </a:p>
          <a:p>
            <a:pPr algn="l"/>
            <a:r>
              <a:rPr lang="en-US" sz="72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 No.: 010756950</a:t>
            </a:r>
          </a:p>
          <a:p>
            <a:pPr algn="l"/>
            <a:r>
              <a:rPr lang="en-US" sz="7200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Mentor:Daniel</a:t>
            </a:r>
            <a:r>
              <a:rPr lang="en-US" sz="72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Smith</a:t>
            </a:r>
          </a:p>
          <a:p>
            <a:pPr algn="l"/>
            <a:r>
              <a:rPr lang="en-US" sz="72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Date: 07/24/2023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92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CB531-F5D8-185D-24D9-0E1B9D66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22909-E138-D87A-D9C6-4C6768CCC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Name: Nikki Shrestha</a:t>
            </a:r>
          </a:p>
          <a:p>
            <a:r>
              <a:rPr lang="en-US" dirty="0"/>
              <a:t>Program: Master of Science in Data Analytics</a:t>
            </a:r>
          </a:p>
          <a:p>
            <a:r>
              <a:rPr lang="en-US" dirty="0"/>
              <a:t>Education: Master of Business Administration in Information Technology (MBA-IT)</a:t>
            </a:r>
          </a:p>
          <a:p>
            <a:r>
              <a:rPr lang="en-US" dirty="0"/>
              <a:t>University: Indian Institute of Information Technology- Allahabad (IIIT-A)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369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AC391-DC30-8F3B-4097-C110F914C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and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DA1C7-6706-AE99-1312-838685213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194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194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question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“To what extent the variables such as number of rooms, has pool, has storm protector, basement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statistically significant to predict the price of the house?”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28194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Alternate Hypothesis-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Variables are statistically significant to predict the price of the house.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8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E32B-41D7-14FF-F104-40D6DFAB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761413" cy="934616"/>
          </a:xfrm>
        </p:spPr>
        <p:txBody>
          <a:bodyPr/>
          <a:lstStyle/>
          <a:p>
            <a:br>
              <a:rPr lang="en-US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ummary of the data-analysis process:</a:t>
            </a:r>
            <a:br>
              <a:rPr lang="en-US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D0C3C-2283-89CD-683D-AD0B59F45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dataset to Pandas </a:t>
            </a: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 the data set into Python using Pandas </a:t>
            </a: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command.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the data set as "</a:t>
            </a: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df_paris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and display the first five rows of the dataset.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 a description, structure and data types of the </a:t>
            </a: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 for the duplicate data using .duplicated() function.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missing data or </a:t>
            </a: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isnull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function and impute the missing data with the appropriate measures of central tendency (mean, median, mode).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 less meaningful columns from </a:t>
            </a: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 summary statistics.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 for the outlier’s using histogram or boxplot.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821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F4A2-8F24-9DAD-E0A4-1F0B338BD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ummary of the data-analysis process:</a:t>
            </a:r>
            <a:br>
              <a:rPr lang="en-US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86D52-3F7E-3A31-AB65-253047A74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41984"/>
            <a:ext cx="8825659" cy="3677816"/>
          </a:xfrm>
        </p:spPr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scatterplot to see the correlations between target and independent variables.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the correlation plot and found there is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 linear relationship between price and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squareMeter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Finally, the prepared dataset will be extracted &amp; saved as "prepared_paris.csv" for further analysis.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I created Multiple Regression techniques for this analysis. I also used the Ordinary Least Squares regression (OLS) model for estimating coefficients of linear regression equation which describe the relationship between one or more independent variables and dependent variable price.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538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12A08-79EB-369B-131F-089A0BB9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 Correlation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2A351CFB-07FE-EC8D-5069-50D1661DC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661" y="2071655"/>
            <a:ext cx="8865383" cy="4693039"/>
          </a:xfrm>
        </p:spPr>
      </p:pic>
    </p:spTree>
    <p:extLst>
      <p:ext uri="{BB962C8B-B14F-4D97-AF65-F5344CB8AC3E}">
        <p14:creationId xmlns:p14="http://schemas.microsoft.com/office/powerpoint/2010/main" val="240567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4C1C4-1AB9-7D7E-345D-72AFFAFA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findings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DAA82168-8EFC-DD98-D856-FAC778400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323" y="1810139"/>
            <a:ext cx="6419462" cy="456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14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2CE3-D23C-5D50-6162-341718B6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335AF-3AD1-1621-0BE3-E221075C9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kern="1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value of R2 is 1.00. So, 100% of the variation is explained by this model. The condition number is large which might suggest strong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multicolinnearity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So we don't need all the variables to explain the variance. So now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reduce variables and run a multiple linear regression model on those variables with p - value 0.05 or less.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44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4B38-7DF2-826E-4796-4D5D4B950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F4C4BEC1-D7F8-D78F-8AE7-B819005FF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469" y="2052735"/>
            <a:ext cx="6055567" cy="430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07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83D44-9D94-D5AD-BAE7-585ECB2CA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7"/>
            <a:ext cx="8761413" cy="9670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explanation of the limitations of the techniques and tools used 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35AB3-62EF-7704-04DD-F0E4F910D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igh-level programming language that can be slower than other languages when it comes to execution.</a:t>
            </a:r>
          </a:p>
          <a:p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Regression techniques </a:t>
            </a:r>
          </a:p>
          <a:p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Disadvantages: S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ensitive to outliers, and prominent observations, which can misrepresent the regression line and affect the parameter values.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290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2D44-0D01-EBB1-F236-1450F1E2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ummary of proposed actions 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8FFC-0E93-C7DA-A6D3-855AB91FF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kern="1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kern="1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ore past data is needed as we don't know when the data was collected. </a:t>
            </a:r>
          </a:p>
          <a:p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provide clear understanding, more investigation is required to get more accurate result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452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56C9-36A9-30D5-2537-9287ED58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xpected benefits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58CDF-2536-169D-B557-FBB68F8E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0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important independent variables.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forecasting.</a:t>
            </a:r>
          </a:p>
          <a:p>
            <a:r>
              <a:rPr lang="en-US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detection tools.</a:t>
            </a:r>
            <a:endParaRPr lang="en-US" b="0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0" dirty="0">
              <a:solidFill>
                <a:srgbClr val="212529"/>
              </a:solidFill>
              <a:effectLst/>
              <a:latin typeface="system-u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42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3211-3F83-BCFA-6DCC-4DF49CD2E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E5760-858E-9AE9-6003-A51CAD0F0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194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Tavish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Aggarwal. (June, 2020). Limitations of the Linear Regression. Retrieved from </a:t>
            </a:r>
            <a:r>
              <a:rPr lang="en-US" sz="1800" u="sng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https://www.techladder.in/article/limitations-linear-regression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194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are the advantages and disadvantages of using multiple regression for quantitative analysis? (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n.d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Retrieved from </a:t>
            </a:r>
            <a:r>
              <a:rPr lang="en-US" sz="1800" u="sng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https://www.linkedin.com/advice/1/what-advantages-disadvantages-using-6c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194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u="sng" kern="100" dirty="0">
                <a:solidFill>
                  <a:srgbClr val="011638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 tooltip="Posts by Ken Feldman"/>
              </a:rPr>
              <a:t>Ken Feldman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(March, 2023). </a:t>
            </a:r>
            <a:r>
              <a:rPr lang="en-US" sz="1800" u="sng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Step-by-Step Guide to Understanding and Using Multiple Regression in Your Research - isixsigma.com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299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E7AC5B-C134-AA05-8395-BDBB4EF80F2D}"/>
              </a:ext>
            </a:extLst>
          </p:cNvPr>
          <p:cNvSpPr/>
          <p:nvPr/>
        </p:nvSpPr>
        <p:spPr>
          <a:xfrm>
            <a:off x="3053723" y="3396343"/>
            <a:ext cx="6084553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253272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122</TotalTime>
  <Words>594</Words>
  <Application>Microsoft Office PowerPoint</Application>
  <PresentationFormat>Widescreen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Calibri</vt:lpstr>
      <vt:lpstr>Century Gothic</vt:lpstr>
      <vt:lpstr>Helvetica</vt:lpstr>
      <vt:lpstr>Helvetica Neue</vt:lpstr>
      <vt:lpstr>Segoe UI</vt:lpstr>
      <vt:lpstr>system-ui</vt:lpstr>
      <vt:lpstr>Times New Roman</vt:lpstr>
      <vt:lpstr>Wingdings</vt:lpstr>
      <vt:lpstr>Wingdings 3</vt:lpstr>
      <vt:lpstr>Ion Boardroom</vt:lpstr>
      <vt:lpstr>Paris Housing Prediction using multiple regression  </vt:lpstr>
      <vt:lpstr>Introduction</vt:lpstr>
      <vt:lpstr>Problem and hypothesis</vt:lpstr>
      <vt:lpstr> Summary of the data-analysis process: </vt:lpstr>
      <vt:lpstr> Summary of the data-analysis process: </vt:lpstr>
      <vt:lpstr>Heatmap Correlation</vt:lpstr>
      <vt:lpstr>Outline of findings</vt:lpstr>
      <vt:lpstr>PowerPoint Presentation</vt:lpstr>
      <vt:lpstr>PowerPoint Presentation</vt:lpstr>
      <vt:lpstr>An explanation of the limitations of the techniques and tools used </vt:lpstr>
      <vt:lpstr>Summary of proposed actions </vt:lpstr>
      <vt:lpstr>Expected benefits</vt:lpstr>
      <vt:lpstr>Sources: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Paris Housing Prediction using multiple regression  </dc:title>
  <dc:creator>Nikki Shrestha</dc:creator>
  <cp:lastModifiedBy>Nikki Shrestha</cp:lastModifiedBy>
  <cp:revision>9</cp:revision>
  <dcterms:created xsi:type="dcterms:W3CDTF">2023-07-23T15:25:15Z</dcterms:created>
  <dcterms:modified xsi:type="dcterms:W3CDTF">2023-07-25T04:33:43Z</dcterms:modified>
</cp:coreProperties>
</file>